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现场分工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小林负责场地</a:t>
            </a:r>
          </a:p>
          <a:p>
            <a:r>
              <a:t>阿遥负责海报</a:t>
            </a:r>
          </a:p>
          <a:p>
            <a:r>
              <a:t>开幕前一天确认动线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